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6696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8869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ACADEMIC MINOR PROJECT PRESENTATION</a:t>
            </a:r>
          </a:p>
          <a:p>
            <a:pPr>
              <a:defRPr sz="4600" b="1">
                <a:solidFill>
                  <a:srgbClr val="FFFFFF"/>
                </a:solidFill>
              </a:defRPr>
            </a:pPr>
            <a:r>
              <a:t>RentHub</a:t>
            </a:r>
          </a:p>
          <a:p>
            <a:pPr>
              <a:spcAft>
                <a:spcPts val="2800"/>
              </a:spcAft>
              <a:defRPr sz="1800">
                <a:solidFill>
                  <a:srgbClr val="3B82F6"/>
                </a:solidFill>
              </a:defRPr>
            </a:pPr>
            <a:r>
              <a:t>Automated Vehicle Rental &amp; Fleet Lifecycle Management System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Presented by: Student / Project Team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Branch: Computer Science &amp; Engineering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Domain: Web Technologies, Cloud Databases &amp; Enterprise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RENTHUB • MINOR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 Overview &amp; Key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87171"/>
                </a:solidFill>
              </a:defRPr>
            </a:pPr>
            <a:r>
              <a:t>Existing Challenges in Vehicle Rental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Manual record keeping and delayed booking confirmations.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Lack of real-time vehicle availability across categories.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Physical paper agreements causing compliance disputes.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No centralized moderation for user violations or fleet status.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• Complex deposit reconciliation and pricing transparency issues.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The RentHub Solution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✔ 100% Cloud-connected User &amp; Admin web applications.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✔ Live fleet discovery with hourly dynamic pricing calculators.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✔ Digital KYC verification and integrated legal Rental Agreement Deed.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✔ Centralized Admin Command Room for fleet &amp; booking controls.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</a:defRPr>
            </a:pPr>
            <a:r>
              <a:t>✔ Automated offer codes, support ticketing &amp; audit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RENTHUB • MINOR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Frontend Layer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React.js + Vite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Single Page Application (SPA)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Vanilla CSS Design System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Glassmorphic Dark UI Theme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Mobile Responsive Layouts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Interactive Modals &amp; Charts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82F6"/>
                </a:solidFill>
              </a:defRPr>
            </a:pPr>
            <a:r>
              <a:t>Backend &amp; API Layer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Node.js + Express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RESTful API Endpoints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JWT Authentication Guard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Bcrypt Password Hashing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Role-Based Access (RBAC)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Automated Price Engines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</a:defRPr>
            </a:pPr>
            <a:r>
              <a:t>Database &amp; Cloud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Supabase + PostgreSQL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PostgreSQL Relational DB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Row-Level Security Policies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Cloudinary Document CDN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Real-time Schema Sync</a:t>
            </a:r>
          </a:p>
          <a:p>
            <a:pPr>
              <a:spcAft>
                <a:spcPts val="600"/>
              </a:spcAft>
              <a:defRPr sz="1200">
                <a:solidFill>
                  <a:srgbClr val="CBD5E1"/>
                </a:solidFill>
              </a:defRPr>
            </a:pPr>
            <a:r>
              <a:t>• ACID Compliant Transactions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USER EXPERIENCE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User Module: Vehicle Catalog &amp; Discovery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Fleet Categorization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Bikes, Cars &amp; Scooters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Filter fleet by vehicle type (Bikes, Cars, Scooters).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Inspect engine specs, fuel type, and hourly tariff.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Live badge indicating available vs occupied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82F6"/>
                </a:solidFill>
              </a:defRPr>
            </a:pPr>
            <a:r>
              <a:t>Trip Schedule &amp; Tariff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Dynamic Pricing Calculator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Select pickup date, drop date, and duration.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Real-time total fare estimation based on hourly rate.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Transparent pricing with no hidden charges.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Offers &amp; Promo Codes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Instant Discount Reductions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Apply active promo codes generated by Admin.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Real-time validation against minimum order values.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Instant percentage and flat discount deduction.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USER EXPERIENCE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User Module: Verification, Deed &amp; Booking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</a:defRPr>
            </a:pPr>
            <a:r>
              <a:t>Digital KYC Upload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Identity Verification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Upload government-approved Driving License.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Secure image storage via Cloudinary CDN.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Admin-accessible document review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Rental Agreement Deed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Legal Terms Compliance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In-app legal terms &amp; conditions agreement.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Covers accident liability, fuel policies, and traffic challans.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Mandatory user acknowledgment before payment.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My Bookings Dashboard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Live Trip Management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Track active, pending, and completed bookings.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View unique Booking ID and digital receipt.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✔ Cancellation support within permitted time window.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ADMIN CONTROL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Admin Module: Command Dashboard &amp; Fleet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82F6"/>
                </a:solidFill>
              </a:defRPr>
            </a:pPr>
            <a:r>
              <a:t>Executive Metrics Desk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Real-Time Operational Pulse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Total vehicle inventory count across categories.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Today's active bookings and confirmed trip counters.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Registered active users and pending booking alerts.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Recent operational audit log stream.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Fleet Inventory Manager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Vehicle Management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Add, update, or remove Bikes, Scooters, and Cars.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Modify hourly rental rates and specifications.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Toggle availability switch (Active / Maintenance).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Direct Cloudinary image uploads.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Bookings Management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Reservation Oversight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Comprehensive tabular list of all user bookings.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Filter bookings by status (Confirmed, Pending, Cancelled).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Inspect customer contact details and trip durations.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One-click booking approval and status management.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ADMIN CONTROL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Admin Module: User Moderation, Offers &amp;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</a:defRPr>
            </a:pPr>
            <a:r>
              <a:t>User Management Desk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Account Governance &amp; Moderation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Directory of all registered customers with email &amp; phone.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Inspect individual booking history and activity.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Block/Unblock accounts for policy violations.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Password reset and profile verification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Manage Offers &amp; Coupons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Promotional Campaign Engine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Create custom promo codes with percentage discounts.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Set validity expiry dates and minimum booking thresholds.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Toggle offer activation status in real time.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Track offer redemption metrics across bookings.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Policies &amp; Support Issues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Customer Care &amp; Compliance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Manage RentHub standard Terms &amp; Conditions Deed.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Support Issues ticketing system with resolution statuses.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Handle customer breakdown and refund requests.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• Complete audit trail of support communications.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ROADMAP &amp; EXTENSIBILITY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Enterprise Architecture: Planned Growth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Analytics &amp; Reports</a:t>
            </a:r>
          </a:p>
          <a:p>
            <a:pPr>
              <a:spcAft>
                <a:spcPts val="800"/>
              </a:spcAft>
              <a:defRPr sz="1000" b="1">
                <a:solidFill>
                  <a:srgbClr val="CBD5E1"/>
                </a:solidFill>
              </a:defRPr>
            </a:pPr>
            <a:r>
              <a:t>Status: Architecture Specified • In Pipeline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Advanced fleet performance analytics, revenue graphs, and CSV report export engine.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459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Sponsor Reports</a:t>
            </a:r>
          </a:p>
          <a:p>
            <a:pPr>
              <a:spcAft>
                <a:spcPts val="800"/>
              </a:spcAft>
              <a:defRPr sz="1000" b="1">
                <a:solidFill>
                  <a:srgbClr val="CBD5E1"/>
                </a:solidFill>
              </a:defRPr>
            </a:pPr>
            <a:r>
              <a:t>Status: Architecture Specified • In Pipeline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Automated 70/30 revenue distribution ledger and vehicle asset ROI tracking for sponsors.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Sponsor Portal</a:t>
            </a:r>
          </a:p>
          <a:p>
            <a:pPr>
              <a:spcAft>
                <a:spcPts val="800"/>
              </a:spcAft>
              <a:defRPr sz="1000" b="1">
                <a:solidFill>
                  <a:srgbClr val="CBD5E1"/>
                </a:solidFill>
              </a:defRPr>
            </a:pPr>
            <a:r>
              <a:t>Status: Architecture Specified • In Pipeline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Dedicated partner node interface for live vehicle telemetry and fleet maintenance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114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Withdrawals Gateway</a:t>
            </a:r>
          </a:p>
          <a:p>
            <a:pPr>
              <a:spcAft>
                <a:spcPts val="800"/>
              </a:spcAft>
              <a:defRPr sz="1000" b="1">
                <a:solidFill>
                  <a:srgbClr val="CBD5E1"/>
                </a:solidFill>
              </a:defRPr>
            </a:pPr>
            <a:r>
              <a:t>Status: Architecture Specified • In Pipeline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Multi-bank RTGS/NEFT batch disbursement and UPI settlement gateway.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Security, Authentication &amp; Data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B82F6"/>
                </a:solidFill>
              </a:defRPr>
            </a:pPr>
            <a:r>
              <a:t>JWT Authentication &amp; RBAC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Access Control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🔒 Stateless token authentication for secure sessions.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🔒 Strict Role-Based separation between Customers and Admins.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🔒 Protected API routes rejecting unauthorized requests.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</a:defRPr>
            </a:pPr>
            <a:r>
              <a:t>Password &amp; Data Encryption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Cryptographic Standards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🔒 Passwords hashed using Bcrypt with salt rounds.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🔒 Sensitive credentials never stored in plain text.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🔒 Sanitized SQL queries preventing injection attacks.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Database Relational Integrity</a:t>
            </a:r>
          </a:p>
          <a:p>
            <a:pPr>
              <a:spcAft>
                <a:spcPts val="1400"/>
              </a:spcAft>
              <a:defRPr sz="1200" b="1">
                <a:solidFill>
                  <a:srgbClr val="FFFFFF"/>
                </a:solidFill>
              </a:defRPr>
            </a:pPr>
            <a:r>
              <a:t>PostgreSQL Constraints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🔒 Foreign keys enforcing referential booking integrity.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🔒 Validation preventing concurrent double-booking of vehicles.</a:t>
            </a:r>
          </a:p>
          <a:p>
            <a:pPr>
              <a:spcAft>
                <a:spcPts val="800"/>
              </a:spcAft>
              <a:defRPr sz="1200">
                <a:solidFill>
                  <a:srgbClr val="CBD5E1"/>
                </a:solidFill>
              </a:defRPr>
            </a:pPr>
            <a:r>
              <a:t>🔒 Automated timestamping and audit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DEMO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Demonstration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1">
                <a:solidFill>
                  <a:srgbClr val="38BDF8"/>
                </a:solidFill>
              </a:defRPr>
            </a:pPr>
            <a:r>
              <a:t>Step 1: Customer Booking Flow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👉 Customer registers / logs in to RentHub.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👉 Browses vehicle catalog (Bikes / Scooters / Cars).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👉 Selects pickup duration, applies promo code, and completes booking.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👉 Receives unique Booking ID in 'My Bookings'.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 b="1">
                <a:solidFill>
                  <a:srgbClr val="3B82F6"/>
                </a:solidFill>
              </a:defRPr>
            </a:pPr>
            <a:r>
              <a:t>Step 2: Admin Command Flow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👉 Admin logs in to the Admin Control Room.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👉 Observes dashboard metrics updating dynamically.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👉 Reviews, verifies, and confirms the customer's booking.</a:t>
            </a:r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</a:defRPr>
            </a:pPr>
            <a:r>
              <a:t>👉 Demonstrates Vehicle Manager, Offers Creator, and Support Desk.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SUMMARY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10B981"/>
                </a:solidFill>
              </a:defRPr>
            </a:pPr>
            <a:r>
              <a:t>Project Conclusion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✔ Delivered a responsive, production-ready vehicle rental web application.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✔ Successfully decoupled User booking experience from Admin operations.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✔ Eliminated physical paperwork through digital agreements &amp; cloud records.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✔ Demonstrated strong software engineering practices with React, Express &amp; Supabase.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1">
                <a:solidFill>
                  <a:srgbClr val="A855F7"/>
                </a:solidFill>
              </a:defRPr>
            </a:pPr>
            <a:r>
              <a:t>Future Scope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🚀 Native Android &amp; iOS Mobile Applications (React Native).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🚀 Hardware IoT GPS tracking &amp; remote keyless engine ignition via OBD-II.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🚀 AI-Powered dynamic surge pricing based on weekend &amp; festive demand.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</a:defRPr>
            </a:pPr>
            <a:r>
              <a:t>🚀 Automated digital damage detection via computer vision snapshot scans.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645920" y="1097280"/>
            <a:ext cx="886968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463040"/>
            <a:ext cx="8138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Aft>
                <a:spcPts val="2800"/>
              </a:spcAft>
              <a:defRPr sz="2000">
                <a:solidFill>
                  <a:srgbClr val="38BDF8"/>
                </a:solidFill>
              </a:defRPr>
            </a:pPr>
            <a:r>
              <a:t>Questions &amp; Evaluator Feedback are Welcome</a:t>
            </a:r>
          </a:p>
          <a:p>
            <a:pPr algn="ctr">
              <a:defRPr sz="1300">
                <a:solidFill>
                  <a:srgbClr val="CBD5E1"/>
                </a:solidFill>
              </a:defRPr>
            </a:pPr>
            <a:r>
              <a:t>GitHub Repository: https://github.com/Kaushik1575/RentHubR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